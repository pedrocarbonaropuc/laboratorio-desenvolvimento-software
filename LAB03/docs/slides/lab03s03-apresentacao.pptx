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2834640" cy="384048"/>
          </a:xfrm>
          <a:prstGeom prst="roundRect">
            <a:avLst/>
          </a:prstGeom>
          <a:solidFill>
            <a:srgbClr val="122D54"/>
          </a:solidFill>
          <a:ln>
            <a:solidFill>
              <a:srgbClr val="1BB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LAB03 | APRESENTACAO S03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126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Sistema de Moeda Estudantil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76272"/>
            <a:ext cx="6217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9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Arquitetura, tecnologias e fluxo completo de teste da aplicacao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685800"/>
            <a:ext cx="4983480" cy="530352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showcase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997678"/>
            <a:ext cx="4764024" cy="26797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Equipe Lab03 | Release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1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Tecnologias principais do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Foco em experiencia visual, tipagem e produtividade de entrega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57784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37360"/>
            <a:ext cx="5175503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Base da aplicacao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76272"/>
            <a:ext cx="517550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React 19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TypeScript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React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72768"/>
            <a:ext cx="525780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737360"/>
            <a:ext cx="48554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UI e interacao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76272"/>
            <a:ext cx="48554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Framer Motion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Layout responsivo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Componentizacao por papel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75887"/>
            <a:ext cx="557784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840479"/>
            <a:ext cx="5175503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Consumo de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279392"/>
            <a:ext cx="517550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Cliente HTTP tipado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Fluxo de auth com token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Tratamento de erros de rede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75887"/>
            <a:ext cx="525780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840479"/>
            <a:ext cx="48554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Build e qualidade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279392"/>
            <a:ext cx="48554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Vite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ESLint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Build de producao validado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2/12 | Sistema de Moeda Estudantil | Lab03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1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Tecnologias principais do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Camadas bem separadas para regra de negocio, seguranca e persistencia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57784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37360"/>
            <a:ext cx="5175503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76272"/>
            <a:ext cx="517550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Java 21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Spring Boot 3.5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Maven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72768"/>
            <a:ext cx="525780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737360"/>
            <a:ext cx="48554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Seguranca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76272"/>
            <a:ext cx="48554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Spring Security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Token opaco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RBAC via AuthFacade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75887"/>
            <a:ext cx="557784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840479"/>
            <a:ext cx="5175503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Persistencia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279392"/>
            <a:ext cx="517550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MongoDB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Spring Data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Indices unicos e ledger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75887"/>
            <a:ext cx="525780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840479"/>
            <a:ext cx="48554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Robustez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279392"/>
            <a:ext cx="48554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GlobalExceptionHandler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Servicos fail-fast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Data seeder idempotente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3/12 | Sistema de Moeda Estudantil | Lab03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1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Integracao Docker para teste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60704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5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Pipeline unico para subir, validar rotas e limpar o ambiente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57784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37360"/>
            <a:ext cx="5175503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Subir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76272"/>
            <a:ext cx="517550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./docker/docker-start.sh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Sobe frontend + backend + Mongo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Ambiente padronizado para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72768"/>
            <a:ext cx="525780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737360"/>
            <a:ext cx="48554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Executar 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76272"/>
            <a:ext cx="48554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./docker/docker-e2e-routes-test.sh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Cobre auth, role e regras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Valida fluxos criticos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75887"/>
            <a:ext cx="557784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840479"/>
            <a:ext cx="5175503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Encerrar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279392"/>
            <a:ext cx="517550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./docker/docker-stop-clean.sh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Remove containers e volumes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Limpa imagens locais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75887"/>
            <a:ext cx="5257800" cy="1965960"/>
          </a:xfrm>
          <a:prstGeom prst="roundRect">
            <a:avLst/>
          </a:prstGeom>
          <a:solidFill>
            <a:srgbClr val="173865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840479"/>
            <a:ext cx="4855464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Beneficio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279392"/>
            <a:ext cx="48554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Execucao reproduzivel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Mesmo roteiro para banca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4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- Feedback rapido por ciclo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4/12 | Sistema de Moeda Estudantil | Lab03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Problema e objetivo do produto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Reconhecimento academico era informal e sem trilha consolidada.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Alunos nao tinham uma visao unica de saldo e historico.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A proposta foi criar uma moeda digital com rastreabilidade.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Resultado: incentivo real com resgate em empresas parceiras.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508760"/>
            <a:ext cx="4434840" cy="29260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showcase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1786223"/>
            <a:ext cx="4215384" cy="2371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5/12 | Sistema de Moeda Estudantil | Lab03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Arquitetura ponta a ponta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Frontend SPA com experiencias separadas por papel.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Backend em camadas com servicos e regras de negocio.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Persistencia em MongoDB com ledger append-only.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Comunicacao via API REST em /api com autenticacao por token.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417320"/>
            <a:ext cx="4297680" cy="45262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diagrama-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2253081"/>
            <a:ext cx="4078224" cy="28547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6/12 | Sistema de Moeda Estudantil | Lab03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Fluxo 1: professor distribui moedas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Professor seleciona aluno, valor e mensagem de reconhecimento.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Servico valida papel, saldo e consistencia do destino.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Transacao e saldos sao atualizados no mesmo fluxo.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Aluno recebe historico atualizado para acompanhamento.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069080" cy="45262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-prof-compositor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884" y="1527048"/>
            <a:ext cx="3713151" cy="43068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7/12 | Sistema de Moeda Estudantil | Lab03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Fluxo 2: aluno resgata com cupom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Aluno escolhe um beneficio ativo na vitrine.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Sistema valida custo versus saldo disponivel.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Cupom unico e emitido e registrado no ledger.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Parceiro usa os dados para validar o atendimento.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069080" cy="45262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-aluno-resgate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730" y="1527048"/>
            <a:ext cx="3445459" cy="43068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8/12 | Sistema de Moeda Estudantil | Lab03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Operacao do parceiro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Parceiro atualiza perfil e publica novas vantagens.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Catalogo permite ativar, desativar e excluir itens.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Cada item define custo e descricao de forma objetiva.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A vitrine publica passa a refletir o estado atual do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069080" cy="45262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-parceiro-board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610168"/>
            <a:ext cx="3849624" cy="4140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9/12 | Sistema de Moeda Estudantil | Lab03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Persistencia e rastreabilidade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Entidades centrais: Student, Professor, Partner, Benefit.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CoinTransaction registra ALLOCATION, TRANSFER e REDEMPTION.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SessionToken controla autenticacao e expiracao de sessao.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Allowance semestral garante idempotencia por professor.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417320"/>
            <a:ext cx="4297680" cy="45262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modelo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2253081"/>
            <a:ext cx="4078224" cy="28547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10/12 | Sistema de Moeda Estudantil | Lab03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Qualidade e evidencia de testes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Build backend e frontend validados antes da entrega.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Teste E2E cobre autenticacao, autorizacao e regras criticas.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Scripts Docker padronizam start, teste e limpeza completa.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Demo reproduzivel em laboratorio com o mesmo passo a passo.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508760"/>
            <a:ext cx="4434840" cy="29260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-vitrine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1786223"/>
            <a:ext cx="4215384" cy="2371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11/12 | Sistema de Moeda Estudantil | Lab03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B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6583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3000" b="1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Conclusao e proximos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25880"/>
            <a:ext cx="6400800" cy="4892040"/>
          </a:xfrm>
          <a:prstGeom prst="roundRect">
            <a:avLst/>
          </a:prstGeom>
          <a:solidFill>
            <a:srgbClr val="122D54"/>
          </a:solidFill>
          <a:ln w="1397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806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Release 1 entrega fluxo completo de ponta a ponta.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Arquitetura modular facilita evolucao e manutencao.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Proximos passos: SMTP real, observabilidade e hardening.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4F8FF"/>
                </a:solidFill>
                <a:latin typeface="Aptos"/>
              </a:defRPr>
            </a:pPr>
            <a:r>
              <a:rPr lang="pt-BR">
                <a:noProof/>
              </a:rPr>
              <a:t>• Base pronta para feedback da banca e iteracoes do produto.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508760"/>
            <a:ext cx="4434840" cy="2926080"/>
          </a:xfrm>
          <a:prstGeom prst="roundRect">
            <a:avLst/>
          </a:prstGeom>
          <a:solidFill>
            <a:srgbClr val="122D54"/>
          </a:solidFill>
          <a:ln w="15240">
            <a:solidFill>
              <a:srgbClr val="3F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showcase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1786223"/>
            <a:ext cx="4215384" cy="2371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510528"/>
            <a:ext cx="113687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B8CBE7"/>
                </a:solidFill>
                <a:latin typeface="Aptos"/>
              </a:defRPr>
            </a:pPr>
            <a:r>
              <a:rPr lang="pt-BR">
                <a:noProof/>
              </a:rPr>
              <a:t>Slide 12/12 | Sistema de Moeda Estudantil | 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